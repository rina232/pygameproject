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61" r:id="rId6"/>
    <p:sldId id="262" r:id="rId7"/>
    <p:sldId id="263" r:id="rId8"/>
    <p:sldId id="265" r:id="rId9"/>
    <p:sldId id="260" r:id="rId10"/>
    <p:sldId id="259" r:id="rId11"/>
  </p:sldIdLst>
  <p:sldSz cx="9144000" cy="5143500" type="screen16x9"/>
  <p:notesSz cx="6858000" cy="9144000"/>
  <p:embeddedFontLst>
    <p:embeddedFont>
      <p:font typeface="Montserrat" panose="020B0604020202020204" charset="-52"/>
      <p:regular r:id="rId13"/>
      <p:bold r:id="rId14"/>
      <p:italic r:id="rId15"/>
      <p:boldItalic r:id="rId16"/>
    </p:embeddedFont>
    <p:embeddedFont>
      <p:font typeface="Nunito" panose="020B0604020202020204" charset="-52"/>
      <p:regular r:id="rId17"/>
      <p:bold r:id="rId18"/>
      <p:italic r:id="rId19"/>
      <p:boldItalic r:id="rId20"/>
    </p:embeddedFont>
    <p:embeddedFont>
      <p:font typeface="La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-346" y="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7847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739a0fd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739a0fd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739a0fda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d739a0fda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d73eb21d5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d73eb21d5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1919400" y="1600825"/>
            <a:ext cx="5305200" cy="19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Nunito"/>
                <a:ea typeface="Nunito"/>
                <a:cs typeface="Nunito"/>
                <a:sym typeface="Nunito"/>
              </a:rPr>
              <a:t>Игра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               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“Космическая                  оборона”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572000" y="4319751"/>
            <a:ext cx="4524000" cy="761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latin typeface="Nunito"/>
                <a:ea typeface="Nunito"/>
                <a:cs typeface="Nunito"/>
                <a:sym typeface="Nunito"/>
              </a:rPr>
              <a:t>Авторы игры: Екатерина </a:t>
            </a:r>
            <a:r>
              <a:rPr lang="ru" sz="1600" dirty="0" smtClean="0">
                <a:latin typeface="Nunito"/>
                <a:ea typeface="Nunito"/>
                <a:cs typeface="Nunito"/>
                <a:sym typeface="Nunito"/>
              </a:rPr>
              <a:t>Кострыкина</a:t>
            </a:r>
            <a:r>
              <a:rPr lang="ru" sz="1600" dirty="0">
                <a:latin typeface="Nunito"/>
                <a:ea typeface="Nunito"/>
                <a:cs typeface="Nunito"/>
                <a:sym typeface="Nunito"/>
              </a:rPr>
              <a:t>, </a:t>
            </a:r>
            <a:endParaRPr lang="ru" sz="1600" dirty="0" smtClean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 smtClean="0">
                <a:latin typeface="Nunito"/>
                <a:ea typeface="Nunito"/>
                <a:cs typeface="Nunito"/>
                <a:sym typeface="Nunito"/>
              </a:rPr>
              <a:t>Дмитрий </a:t>
            </a:r>
            <a:r>
              <a:rPr lang="ru" sz="1600" dirty="0">
                <a:latin typeface="Nunito"/>
                <a:ea typeface="Nunito"/>
                <a:cs typeface="Nunito"/>
                <a:sym typeface="Nunito"/>
              </a:rPr>
              <a:t>Герман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ru-RU" dirty="0" smtClean="0">
                <a:latin typeface="Nunito" panose="020B0604020202020204" charset="-52"/>
              </a:rPr>
              <a:t>Космос – тема для вечных споров и рассуждений. Человечество может только представлять, что скрыто за дымкой чёрной пустоши. Для дальнейшего развития астрофизики и подробного изучения космоса нужны специалисты в этой области.</a:t>
            </a:r>
          </a:p>
          <a:p>
            <a:pPr marL="146050" indent="0">
              <a:buNone/>
            </a:pPr>
            <a:endParaRPr lang="ru-RU" dirty="0" smtClean="0">
              <a:latin typeface="Nunito" panose="020B0604020202020204" charset="-52"/>
            </a:endParaRPr>
          </a:p>
          <a:p>
            <a:pPr marL="146050" indent="0">
              <a:buNone/>
            </a:pPr>
            <a:r>
              <a:rPr lang="ru-RU" dirty="0" smtClean="0">
                <a:latin typeface="Nunito" panose="020B0604020202020204" charset="-52"/>
              </a:rPr>
              <a:t>Нашей игрой мы хотим заинтересовать ребят нашего возраста космосом, для популяризации науки астрофизики в подрастающем поколении.</a:t>
            </a:r>
            <a:endParaRPr lang="ru-RU" dirty="0">
              <a:latin typeface="Nunito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5116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457050" y="306900"/>
            <a:ext cx="63264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/>
              <a:t>Описание приложения и характеристика области применения</a:t>
            </a:r>
            <a:endParaRPr dirty="0"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1114119" y="1250268"/>
            <a:ext cx="3522900" cy="339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Это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игра,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действия которой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разворачиваются в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космосе. Игрок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управляет космическим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кораблём, уничтожая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скопления метеоритов, комет и астероидов, с помощью вашего вооружения - плазменной пушки. Также, необходимо быть осторожным, дабы не врезаться в какое-нибудь небесное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тело или спутник,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в таком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случае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игра окончится, и вы попадёте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в меню уровней.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С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тоит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помнить о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сохранности спутниках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которые </a:t>
            </a:r>
            <a:r>
              <a:rPr lang="ru" dirty="0">
                <a:latin typeface="Nunito"/>
                <a:ea typeface="Nunito"/>
                <a:cs typeface="Nunito"/>
                <a:sym typeface="Nunito"/>
              </a:rPr>
              <a:t>иногда будут пролетать мимо вас, и в случае попадания по спутнику, у </a:t>
            </a:r>
            <a:r>
              <a:rPr lang="ru" dirty="0" smtClean="0">
                <a:latin typeface="Nunito"/>
                <a:ea typeface="Nunito"/>
                <a:cs typeface="Nunito"/>
                <a:sym typeface="Nunito"/>
              </a:rPr>
              <a:t>вас будут отниматься очки.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684349" y="4523000"/>
            <a:ext cx="13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процесс игры</a:t>
            </a:r>
            <a:r>
              <a:rPr lang="ru" dirty="0">
                <a:latin typeface="Lato"/>
                <a:ea typeface="Lato"/>
                <a:cs typeface="Lato"/>
                <a:sym typeface="Lato"/>
              </a:rPr>
              <a:t> </a:t>
            </a: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/>
          <a:stretch/>
        </p:blipFill>
        <p:spPr bwMode="auto">
          <a:xfrm>
            <a:off x="5038658" y="1160340"/>
            <a:ext cx="2643483" cy="33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1218707" y="1084723"/>
            <a:ext cx="34935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У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всех противников имеются различные показатели скорости и здоровья, из-за чего некоторым (например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кометам)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необходимо нанести урон дважды, а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метеориты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быстрее движутся к игроку. Это делает игровой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процесс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более сложным и интересным. Также в игре есть счетчик очков.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Очки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игрок получает за уничтожение противников,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причем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количество очков разнится от противника к противнику. В игре присутствует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5 уровней </a:t>
            </a:r>
            <a:r>
              <a:rPr lang="ru" sz="5200" dirty="0">
                <a:latin typeface="Nunito"/>
                <a:ea typeface="Nunito"/>
                <a:cs typeface="Nunito"/>
                <a:sym typeface="Nunito"/>
              </a:rPr>
              <a:t>с возрастающей сложностью. Сложность увеличивается ввиду увеличения количества врагов, их более разнообразного положения </a:t>
            </a:r>
            <a:r>
              <a:rPr lang="ru" sz="5200" dirty="0" smtClean="0">
                <a:latin typeface="Nunito"/>
                <a:ea typeface="Nunito"/>
                <a:cs typeface="Nunito"/>
                <a:sym typeface="Nunito"/>
              </a:rPr>
              <a:t>и силы.</a:t>
            </a:r>
            <a:endParaRPr dirty="0"/>
          </a:p>
        </p:txBody>
      </p:sp>
      <p:sp>
        <p:nvSpPr>
          <p:cNvPr id="153" name="Google Shape;153;p15"/>
          <p:cNvSpPr txBox="1"/>
          <p:nvPr/>
        </p:nvSpPr>
        <p:spPr>
          <a:xfrm>
            <a:off x="5697743" y="4421023"/>
            <a:ext cx="156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</a:t>
            </a:r>
            <a:r>
              <a:rPr lang="ru" dirty="0" smtClean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еню </a:t>
            </a:r>
            <a:r>
              <a:rPr lang="ru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уровней</a:t>
            </a:r>
            <a:endParaRPr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273" y="1071009"/>
            <a:ext cx="2642742" cy="3350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7499" y="1567550"/>
            <a:ext cx="7077143" cy="2911200"/>
          </a:xfrm>
        </p:spPr>
        <p:txBody>
          <a:bodyPr/>
          <a:lstStyle/>
          <a:p>
            <a:pPr marL="146050" indent="0">
              <a:buNone/>
            </a:pPr>
            <a:r>
              <a:rPr lang="ru-RU" b="1" dirty="0" smtClean="0"/>
              <a:t>Цель: </a:t>
            </a:r>
            <a:r>
              <a:rPr lang="ru-RU" dirty="0" smtClean="0"/>
              <a:t>создать игру,</a:t>
            </a:r>
            <a:r>
              <a:rPr lang="ru-RU" dirty="0">
                <a:latin typeface="Nunito" panose="020B0604020202020204" charset="-52"/>
              </a:rPr>
              <a:t> для популяризации науки астрофизики в подрастающем поколении</a:t>
            </a:r>
            <a:r>
              <a:rPr lang="ru-RU" dirty="0" smtClean="0">
                <a:latin typeface="Nunito" panose="020B0604020202020204" charset="-52"/>
              </a:rPr>
              <a:t>.</a:t>
            </a:r>
          </a:p>
          <a:p>
            <a:pPr marL="146050" indent="0">
              <a:buNone/>
            </a:pPr>
            <a:endParaRPr lang="ru-RU" dirty="0" smtClean="0">
              <a:latin typeface="Nunito" panose="020B0604020202020204" charset="-52"/>
            </a:endParaRPr>
          </a:p>
          <a:p>
            <a:pPr marL="146050" indent="0">
              <a:buNone/>
            </a:pPr>
            <a:r>
              <a:rPr lang="ru-RU" b="1" dirty="0" smtClean="0">
                <a:latin typeface="Nunito" panose="020B0604020202020204" charset="-52"/>
              </a:rPr>
              <a:t>Задачи: </a:t>
            </a:r>
          </a:p>
          <a:p>
            <a:pPr marL="488950" indent="-342900">
              <a:buFont typeface="+mj-lt"/>
              <a:buAutoNum type="arabicParenR"/>
            </a:pPr>
            <a:r>
              <a:rPr lang="ru-RU" dirty="0" smtClean="0">
                <a:latin typeface="Nunito" panose="020B0604020202020204" charset="-52"/>
              </a:rPr>
              <a:t>Найти изображения, музыку и звуки;</a:t>
            </a:r>
          </a:p>
          <a:p>
            <a:pPr marL="488950" indent="-342900">
              <a:buFont typeface="+mj-lt"/>
              <a:buAutoNum type="arabicParenR"/>
            </a:pPr>
            <a:r>
              <a:rPr lang="ru-RU" dirty="0" smtClean="0">
                <a:latin typeface="Nunito" panose="020B0604020202020204" charset="-52"/>
              </a:rPr>
              <a:t>Освоить модуль </a:t>
            </a:r>
            <a:r>
              <a:rPr lang="en-US" dirty="0" err="1" smtClean="0">
                <a:latin typeface="Nunito" panose="020B0604020202020204" charset="-52"/>
              </a:rPr>
              <a:t>Pygame</a:t>
            </a:r>
            <a:r>
              <a:rPr lang="en-US" dirty="0" smtClean="0">
                <a:latin typeface="Nunito" panose="020B0604020202020204" charset="-52"/>
              </a:rPr>
              <a:t> </a:t>
            </a:r>
            <a:r>
              <a:rPr lang="ru-RU" dirty="0" smtClean="0">
                <a:latin typeface="Nunito" panose="020B0604020202020204" charset="-52"/>
              </a:rPr>
              <a:t>языка </a:t>
            </a:r>
            <a:r>
              <a:rPr lang="en-US" dirty="0">
                <a:latin typeface="Nunito" panose="020B0604020202020204" charset="-52"/>
              </a:rPr>
              <a:t>P</a:t>
            </a:r>
            <a:r>
              <a:rPr lang="en-US" dirty="0" smtClean="0">
                <a:latin typeface="Nunito" panose="020B0604020202020204" charset="-52"/>
              </a:rPr>
              <a:t>ython</a:t>
            </a:r>
            <a:r>
              <a:rPr lang="ru-RU" dirty="0" smtClean="0">
                <a:latin typeface="Nunito" panose="020B0604020202020204" charset="-52"/>
              </a:rPr>
              <a:t> и написать программу.</a:t>
            </a:r>
          </a:p>
          <a:p>
            <a:pPr marL="488950" indent="-342900">
              <a:buFont typeface="+mj-lt"/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039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Изображения, звуки, музыка</a:t>
            </a:r>
            <a:endParaRPr lang="ru-RU" dirty="0"/>
          </a:p>
        </p:txBody>
      </p:sp>
      <p:pic>
        <p:nvPicPr>
          <p:cNvPr id="3076" name="Picture 4" descr="C:\Users\ekate\PycharmProjects\PyGameProject\data\Picture\SpaceBackground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049" y="1059442"/>
            <a:ext cx="2564414" cy="30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ekate\PycharmProjects\PyGameProject\data\Picture\sh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79" y="3717731"/>
            <a:ext cx="2387887" cy="94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ekate\PycharmProjects\PyGameProject\data\Picture\Asteroid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837" y="1159160"/>
            <a:ext cx="1563939" cy="156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ekate\PycharmProjects\PyGameProject\data\Picture\spaceship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07" y="1159160"/>
            <a:ext cx="2210030" cy="294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3" b="24224"/>
          <a:stretch/>
        </p:blipFill>
        <p:spPr bwMode="auto">
          <a:xfrm>
            <a:off x="4143441" y="2773548"/>
            <a:ext cx="1752600" cy="69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722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6418" y="400056"/>
            <a:ext cx="7038900" cy="914100"/>
          </a:xfrm>
        </p:spPr>
        <p:txBody>
          <a:bodyPr/>
          <a:lstStyle/>
          <a:p>
            <a:r>
              <a:rPr lang="ru-RU" dirty="0" smtClean="0"/>
              <a:t>Модуль </a:t>
            </a:r>
            <a:r>
              <a:rPr lang="en-US" dirty="0" err="1" smtClean="0"/>
              <a:t>Pygame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0755" y="1542325"/>
            <a:ext cx="3403200" cy="2911200"/>
          </a:xfrm>
        </p:spPr>
        <p:txBody>
          <a:bodyPr/>
          <a:lstStyle/>
          <a:p>
            <a:pPr marL="146050" indent="0">
              <a:buNone/>
            </a:pPr>
            <a:r>
              <a:rPr lang="ru-RU" dirty="0"/>
              <a:t>Реализованы классы:</a:t>
            </a:r>
          </a:p>
          <a:p>
            <a:pPr lvl="0"/>
            <a:r>
              <a:rPr lang="ru-RU" dirty="0"/>
              <a:t>для всех целей </a:t>
            </a:r>
            <a:r>
              <a:rPr lang="en-US" dirty="0"/>
              <a:t>Enemy</a:t>
            </a:r>
            <a:r>
              <a:rPr lang="ru-RU" dirty="0"/>
              <a:t>, наследуемый от </a:t>
            </a:r>
            <a:r>
              <a:rPr lang="en-US" dirty="0" err="1"/>
              <a:t>pygame</a:t>
            </a:r>
            <a:r>
              <a:rPr lang="ru-RU" dirty="0"/>
              <a:t>.</a:t>
            </a:r>
            <a:r>
              <a:rPr lang="en-US" dirty="0"/>
              <a:t>sprite</a:t>
            </a:r>
            <a:r>
              <a:rPr lang="ru-RU" dirty="0"/>
              <a:t>.</a:t>
            </a:r>
            <a:r>
              <a:rPr lang="en-US" dirty="0" smtClean="0"/>
              <a:t>Sprite</a:t>
            </a:r>
            <a:endParaRPr lang="ru-RU" dirty="0" smtClean="0"/>
          </a:p>
          <a:p>
            <a:r>
              <a:rPr lang="ru-RU" dirty="0"/>
              <a:t>для комет </a:t>
            </a:r>
            <a:r>
              <a:rPr lang="en-US" dirty="0"/>
              <a:t>Comet</a:t>
            </a:r>
            <a:r>
              <a:rPr lang="ru-RU" dirty="0"/>
              <a:t>, наследуемый от </a:t>
            </a:r>
            <a:r>
              <a:rPr lang="en-US" dirty="0"/>
              <a:t>Enemy</a:t>
            </a:r>
            <a:r>
              <a:rPr lang="ru-RU" dirty="0"/>
              <a:t>;</a:t>
            </a:r>
          </a:p>
          <a:p>
            <a:r>
              <a:rPr lang="ru-RU" dirty="0"/>
              <a:t>для метеоритов </a:t>
            </a:r>
            <a:r>
              <a:rPr lang="en-US" dirty="0"/>
              <a:t>M</a:t>
            </a:r>
            <a:r>
              <a:rPr lang="ru-RU" dirty="0" err="1"/>
              <a:t>eteorite</a:t>
            </a:r>
            <a:r>
              <a:rPr lang="ru-RU" dirty="0"/>
              <a:t>, наследуемый от </a:t>
            </a:r>
            <a:r>
              <a:rPr lang="en-US" dirty="0"/>
              <a:t>Enemy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и</a:t>
            </a:r>
            <a:r>
              <a:rPr lang="ru-RU" dirty="0" smtClean="0"/>
              <a:t> др.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 rotWithShape="1">
          <a:blip r:embed="rId2"/>
          <a:srcRect r="3412" b="26336"/>
          <a:stretch/>
        </p:blipFill>
        <p:spPr bwMode="auto">
          <a:xfrm>
            <a:off x="3912804" y="1122243"/>
            <a:ext cx="4812030" cy="1927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3853090" y="3279146"/>
            <a:ext cx="3613458" cy="141735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5798359" y="2533914"/>
            <a:ext cx="3091563" cy="14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8507" y="1435120"/>
            <a:ext cx="4958257" cy="2911200"/>
          </a:xfrm>
        </p:spPr>
        <p:txBody>
          <a:bodyPr/>
          <a:lstStyle/>
          <a:p>
            <a:r>
              <a:rPr lang="ru-RU" dirty="0"/>
              <a:t>Основные функции, которые реализованы:</a:t>
            </a:r>
          </a:p>
          <a:p>
            <a:pPr lvl="0"/>
            <a:r>
              <a:rPr lang="ru-RU" dirty="0" err="1"/>
              <a:t>load_image</a:t>
            </a:r>
            <a:r>
              <a:rPr lang="ru-RU" dirty="0"/>
              <a:t>() – для загрузки изображений;</a:t>
            </a:r>
          </a:p>
          <a:p>
            <a:pPr lvl="0"/>
            <a:r>
              <a:rPr lang="ru-RU" dirty="0"/>
              <a:t>с</a:t>
            </a:r>
            <a:r>
              <a:rPr lang="en-US" dirty="0" err="1"/>
              <a:t>ut</a:t>
            </a:r>
            <a:r>
              <a:rPr lang="ru-RU" dirty="0"/>
              <a:t>_</a:t>
            </a:r>
            <a:r>
              <a:rPr lang="en-US" dirty="0"/>
              <a:t>sheet </a:t>
            </a:r>
            <a:r>
              <a:rPr lang="ru-RU" dirty="0"/>
              <a:t>() – для деления изображения на фреймы и их последующего </a:t>
            </a:r>
            <a:r>
              <a:rPr lang="ru-RU" dirty="0" err="1"/>
              <a:t>анимирования</a:t>
            </a:r>
            <a:r>
              <a:rPr lang="ru-RU" dirty="0"/>
              <a:t>;</a:t>
            </a:r>
          </a:p>
          <a:p>
            <a:pPr lvl="0"/>
            <a:r>
              <a:rPr lang="en-US" dirty="0"/>
              <a:t>start</a:t>
            </a:r>
            <a:r>
              <a:rPr lang="ru-RU" dirty="0"/>
              <a:t>_</a:t>
            </a:r>
            <a:r>
              <a:rPr lang="en-US" dirty="0"/>
              <a:t>screen</a:t>
            </a:r>
            <a:r>
              <a:rPr lang="ru-RU" dirty="0"/>
              <a:t>(), </a:t>
            </a:r>
            <a:r>
              <a:rPr lang="en-US" dirty="0"/>
              <a:t>level</a:t>
            </a:r>
            <a:r>
              <a:rPr lang="ru-RU" dirty="0"/>
              <a:t>_</a:t>
            </a:r>
            <a:r>
              <a:rPr lang="en-US" dirty="0"/>
              <a:t>screen</a:t>
            </a:r>
            <a:r>
              <a:rPr lang="ru-RU" dirty="0"/>
              <a:t>(), </a:t>
            </a:r>
            <a:r>
              <a:rPr lang="en-US" dirty="0"/>
              <a:t>level</a:t>
            </a:r>
            <a:r>
              <a:rPr lang="ru-RU" dirty="0"/>
              <a:t>_1() и т. д. – для отображения отдельных </a:t>
            </a:r>
            <a:r>
              <a:rPr lang="ru-RU" dirty="0" smtClean="0"/>
              <a:t>окон</a:t>
            </a:r>
            <a:endParaRPr lang="ru-RU" dirty="0"/>
          </a:p>
          <a:p>
            <a:pPr lvl="0"/>
            <a:r>
              <a:rPr lang="ru-RU" dirty="0"/>
              <a:t>и др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11627" y="803295"/>
            <a:ext cx="3301912" cy="222368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7700" y="3516061"/>
            <a:ext cx="4394835" cy="120142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4912535" y="2398474"/>
            <a:ext cx="3263210" cy="20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4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Пути дальнейшего развития игры: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</a:t>
            </a:r>
            <a:r>
              <a:rPr lang="ru-RU" dirty="0" smtClean="0"/>
              <a:t>овые уровни,</a:t>
            </a:r>
          </a:p>
          <a:p>
            <a:r>
              <a:rPr lang="ru-RU" dirty="0"/>
              <a:t>з</a:t>
            </a:r>
            <a:r>
              <a:rPr lang="ru-RU" dirty="0" smtClean="0"/>
              <a:t>аряженные атаки,</a:t>
            </a:r>
          </a:p>
          <a:p>
            <a:r>
              <a:rPr lang="ru-RU" dirty="0"/>
              <a:t>о</a:t>
            </a:r>
            <a:r>
              <a:rPr lang="ru-RU" dirty="0" smtClean="0"/>
              <a:t>тображение здоровья у врагов,</a:t>
            </a:r>
          </a:p>
          <a:p>
            <a:r>
              <a:rPr lang="ru-RU" dirty="0"/>
              <a:t>м</a:t>
            </a:r>
            <a:r>
              <a:rPr lang="ru-RU" dirty="0" smtClean="0"/>
              <a:t>еню настроек,</a:t>
            </a:r>
          </a:p>
          <a:p>
            <a:r>
              <a:rPr lang="ru-RU" dirty="0" smtClean="0"/>
              <a:t>и другие функционалы.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953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2051100" y="1857125"/>
            <a:ext cx="5041800" cy="10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Спасибо за внимание!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402</Words>
  <Application>Microsoft Office PowerPoint</Application>
  <PresentationFormat>Экран (16:9)</PresentationFormat>
  <Paragraphs>38</Paragraphs>
  <Slides>10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Montserrat</vt:lpstr>
      <vt:lpstr>Nunito</vt:lpstr>
      <vt:lpstr>Lato</vt:lpstr>
      <vt:lpstr>Focus</vt:lpstr>
      <vt:lpstr>Игра                “Космическая                  оборона”</vt:lpstr>
      <vt:lpstr>Проблема</vt:lpstr>
      <vt:lpstr>Описание приложения и характеристика области применения</vt:lpstr>
      <vt:lpstr>Презентация PowerPoint</vt:lpstr>
      <vt:lpstr>Цели и задачи</vt:lpstr>
      <vt:lpstr>Изображения, звуки, музыка</vt:lpstr>
      <vt:lpstr>Модуль Pygame</vt:lpstr>
      <vt:lpstr>Презентация PowerPoint</vt:lpstr>
      <vt:lpstr>Пути дальнейшего развития игры: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               “Космическая                  оборона”</dc:title>
  <cp:lastModifiedBy>Екатерина Кострыкина</cp:lastModifiedBy>
  <cp:revision>6</cp:revision>
  <dcterms:modified xsi:type="dcterms:W3CDTF">2023-01-18T11:09:02Z</dcterms:modified>
</cp:coreProperties>
</file>